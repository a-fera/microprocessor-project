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60" r:id="rId3"/>
    <p:sldId id="307" r:id="rId4"/>
    <p:sldId id="259" r:id="rId5"/>
    <p:sldId id="264" r:id="rId6"/>
    <p:sldId id="309" r:id="rId7"/>
    <p:sldId id="276" r:id="rId8"/>
    <p:sldId id="308" r:id="rId9"/>
    <p:sldId id="268" r:id="rId10"/>
  </p:sldIdLst>
  <p:sldSz cx="9144000" cy="5143500" type="screen16x9"/>
  <p:notesSz cx="6858000" cy="9144000"/>
  <p:embeddedFontLst>
    <p:embeddedFont>
      <p:font typeface="Cascadia Code SemiLight" panose="020B0609020000020004" pitchFamily="49" charset="0"/>
      <p:regular r:id="rId12"/>
      <p:italic r:id="rId13"/>
    </p:embeddedFont>
    <p:embeddedFont>
      <p:font typeface="IBM Plex Mono" panose="020B0509050203000203" pitchFamily="49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9B6E17-B4C0-47BD-90AA-2DB2B2409910}">
  <a:tblStyle styleId="{149B6E17-B4C0-47BD-90AA-2DB2B24099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Tasnim Ananna" userId="55f77d7ee1d9137f" providerId="LiveId" clId="{49DAC9AF-6019-4B17-906C-A30089786FE1}"/>
    <pc:docChg chg="undo custSel addSld delSld modSld sldOrd modMainMaster">
      <pc:chgData name="Sadia Tasnim Ananna" userId="55f77d7ee1d9137f" providerId="LiveId" clId="{49DAC9AF-6019-4B17-906C-A30089786FE1}" dt="2026-04-05T16:52:42.785" v="154" actId="1076"/>
      <pc:docMkLst>
        <pc:docMk/>
      </pc:docMkLst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0" sldId="256"/>
        </pc:sldMkLst>
        <pc:spChg chg="add mod">
          <ac:chgData name="Sadia Tasnim Ananna" userId="55f77d7ee1d9137f" providerId="LiveId" clId="{49DAC9AF-6019-4B17-906C-A30089786FE1}" dt="2026-04-03T18:53:45.962" v="100" actId="255"/>
          <ac:spMkLst>
            <pc:docMk/>
            <pc:sldMk cId="0" sldId="256"/>
            <ac:spMk id="4" creationId="{5FCDDACE-75F4-F93D-F79C-C41F71A8183F}"/>
          </ac:spMkLst>
        </pc:spChg>
      </pc:sldChg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0" sldId="259"/>
        </pc:sldMkLst>
        <pc:spChg chg="add mod">
          <ac:chgData name="Sadia Tasnim Ananna" userId="55f77d7ee1d9137f" providerId="LiveId" clId="{49DAC9AF-6019-4B17-906C-A30089786FE1}" dt="2026-04-03T18:54:16.451" v="110" actId="1076"/>
          <ac:spMkLst>
            <pc:docMk/>
            <pc:sldMk cId="0" sldId="259"/>
            <ac:spMk id="2" creationId="{F450219F-B622-8217-52D5-052478FE3FE5}"/>
          </ac:spMkLst>
        </pc:spChg>
      </pc:sldChg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0" sldId="260"/>
        </pc:sldMkLst>
        <pc:spChg chg="add mod">
          <ac:chgData name="Sadia Tasnim Ananna" userId="55f77d7ee1d9137f" providerId="LiveId" clId="{49DAC9AF-6019-4B17-906C-A30089786FE1}" dt="2026-04-03T18:53:55.045" v="103" actId="20577"/>
          <ac:spMkLst>
            <pc:docMk/>
            <pc:sldMk cId="0" sldId="260"/>
            <ac:spMk id="2" creationId="{50950C5F-8905-9F52-283D-50F3DEFFFBBA}"/>
          </ac:spMkLst>
        </pc:spChg>
      </pc:sldChg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0" sldId="264"/>
        </pc:sldMkLst>
        <pc:spChg chg="add mod">
          <ac:chgData name="Sadia Tasnim Ananna" userId="55f77d7ee1d9137f" providerId="LiveId" clId="{49DAC9AF-6019-4B17-906C-A30089786FE1}" dt="2026-04-03T18:54:20.983" v="113" actId="20577"/>
          <ac:spMkLst>
            <pc:docMk/>
            <pc:sldMk cId="0" sldId="264"/>
            <ac:spMk id="2" creationId="{AE80A528-1B77-7DCC-4392-0A9491950352}"/>
          </ac:spMkLst>
        </pc:spChg>
      </pc:sldChg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0" sldId="268"/>
        </pc:sldMkLst>
        <pc:spChg chg="add mod">
          <ac:chgData name="Sadia Tasnim Ananna" userId="55f77d7ee1d9137f" providerId="LiveId" clId="{49DAC9AF-6019-4B17-906C-A30089786FE1}" dt="2026-04-05T16:38:11.843" v="146" actId="20577"/>
          <ac:spMkLst>
            <pc:docMk/>
            <pc:sldMk cId="0" sldId="268"/>
            <ac:spMk id="2" creationId="{114C8DB3-5E86-6F50-9325-6FEDA59F583E}"/>
          </ac:spMkLst>
        </pc:spChg>
      </pc:sldChg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0" sldId="276"/>
        </pc:sldMkLst>
        <pc:spChg chg="mod">
          <ac:chgData name="Sadia Tasnim Ananna" userId="55f77d7ee1d9137f" providerId="LiveId" clId="{49DAC9AF-6019-4B17-906C-A30089786FE1}" dt="2026-04-05T16:37:52.818" v="138" actId="20577"/>
          <ac:spMkLst>
            <pc:docMk/>
            <pc:sldMk cId="0" sldId="276"/>
            <ac:spMk id="2" creationId="{D7CC6A61-58B5-32B1-DD5E-35FE14C021D4}"/>
          </ac:spMkLst>
        </pc:spChg>
        <pc:spChg chg="add mod">
          <ac:chgData name="Sadia Tasnim Ananna" userId="55f77d7ee1d9137f" providerId="LiveId" clId="{49DAC9AF-6019-4B17-906C-A30089786FE1}" dt="2026-04-03T18:40:32.366" v="45" actId="255"/>
          <ac:spMkLst>
            <pc:docMk/>
            <pc:sldMk cId="0" sldId="276"/>
            <ac:spMk id="5" creationId="{98AAC899-46E4-4299-8B2C-2D4A8A9D9BFD}"/>
          </ac:spMkLst>
        </pc:spChg>
        <pc:spChg chg="add mod">
          <ac:chgData name="Sadia Tasnim Ananna" userId="55f77d7ee1d9137f" providerId="LiveId" clId="{49DAC9AF-6019-4B17-906C-A30089786FE1}" dt="2026-04-03T18:40:45.748" v="49" actId="1076"/>
          <ac:spMkLst>
            <pc:docMk/>
            <pc:sldMk cId="0" sldId="276"/>
            <ac:spMk id="6" creationId="{DF91DDA3-3A0F-92C6-35D5-C1339D29176F}"/>
          </ac:spMkLst>
        </pc:spChg>
        <pc:spChg chg="add mod">
          <ac:chgData name="Sadia Tasnim Ananna" userId="55f77d7ee1d9137f" providerId="LiveId" clId="{49DAC9AF-6019-4B17-906C-A30089786FE1}" dt="2026-04-03T18:42:45.992" v="69" actId="207"/>
          <ac:spMkLst>
            <pc:docMk/>
            <pc:sldMk cId="0" sldId="276"/>
            <ac:spMk id="7" creationId="{68DB52E2-B9F2-4153-5D3A-36B152B16382}"/>
          </ac:spMkLst>
        </pc:spChg>
        <pc:spChg chg="add mod">
          <ac:chgData name="Sadia Tasnim Ananna" userId="55f77d7ee1d9137f" providerId="LiveId" clId="{49DAC9AF-6019-4B17-906C-A30089786FE1}" dt="2026-04-05T16:38:04.764" v="142" actId="20577"/>
          <ac:spMkLst>
            <pc:docMk/>
            <pc:sldMk cId="0" sldId="276"/>
            <ac:spMk id="8" creationId="{0A9C0397-0D56-E18A-7D92-33A52D854E08}"/>
          </ac:spMkLst>
        </pc:spChg>
        <pc:picChg chg="add mod">
          <ac:chgData name="Sadia Tasnim Ananna" userId="55f77d7ee1d9137f" providerId="LiveId" clId="{49DAC9AF-6019-4B17-906C-A30089786FE1}" dt="2026-04-03T18:39:39.300" v="23" actId="1076"/>
          <ac:picMkLst>
            <pc:docMk/>
            <pc:sldMk cId="0" sldId="276"/>
            <ac:picMk id="4" creationId="{5F2107F2-F4AD-56D8-60FA-9B54F89EAF55}"/>
          </ac:picMkLst>
        </pc:picChg>
      </pc:sldChg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147639675" sldId="307"/>
        </pc:sldMkLst>
        <pc:spChg chg="add mod">
          <ac:chgData name="Sadia Tasnim Ananna" userId="55f77d7ee1d9137f" providerId="LiveId" clId="{49DAC9AF-6019-4B17-906C-A30089786FE1}" dt="2026-04-03T18:54:00.696" v="106" actId="20577"/>
          <ac:spMkLst>
            <pc:docMk/>
            <pc:sldMk cId="147639675" sldId="307"/>
            <ac:spMk id="2" creationId="{9446BF66-89EC-2BE3-EDEB-376669FC13A9}"/>
          </ac:spMkLst>
        </pc:spChg>
      </pc:sldChg>
      <pc:sldChg chg="addSp modSp mod modTransition">
        <pc:chgData name="Sadia Tasnim Ananna" userId="55f77d7ee1d9137f" providerId="LiveId" clId="{49DAC9AF-6019-4B17-906C-A30089786FE1}" dt="2026-04-05T16:51:15.440" v="147"/>
        <pc:sldMkLst>
          <pc:docMk/>
          <pc:sldMk cId="125793144" sldId="308"/>
        </pc:sldMkLst>
        <pc:spChg chg="add mod">
          <ac:chgData name="Sadia Tasnim Ananna" userId="55f77d7ee1d9137f" providerId="LiveId" clId="{49DAC9AF-6019-4B17-906C-A30089786FE1}" dt="2026-04-05T16:38:08.156" v="144" actId="20577"/>
          <ac:spMkLst>
            <pc:docMk/>
            <pc:sldMk cId="125793144" sldId="308"/>
            <ac:spMk id="2" creationId="{ED635F15-E8E3-2D8D-A6EC-9CDBDACCB8F8}"/>
          </ac:spMkLst>
        </pc:spChg>
      </pc:sldChg>
      <pc:sldChg chg="addSp delSp modSp add mod ord modTransition">
        <pc:chgData name="Sadia Tasnim Ananna" userId="55f77d7ee1d9137f" providerId="LiveId" clId="{49DAC9AF-6019-4B17-906C-A30089786FE1}" dt="2026-04-05T16:52:42.785" v="154" actId="1076"/>
        <pc:sldMkLst>
          <pc:docMk/>
          <pc:sldMk cId="590157207" sldId="309"/>
        </pc:sldMkLst>
        <pc:spChg chg="del">
          <ac:chgData name="Sadia Tasnim Ananna" userId="55f77d7ee1d9137f" providerId="LiveId" clId="{49DAC9AF-6019-4B17-906C-A30089786FE1}" dt="2026-04-05T16:34:55.777" v="126" actId="478"/>
          <ac:spMkLst>
            <pc:docMk/>
            <pc:sldMk cId="590157207" sldId="309"/>
            <ac:spMk id="5" creationId="{FA4019BA-A9D5-CA46-2CEC-AEC8530470D3}"/>
          </ac:spMkLst>
        </pc:spChg>
        <pc:spChg chg="del">
          <ac:chgData name="Sadia Tasnim Ananna" userId="55f77d7ee1d9137f" providerId="LiveId" clId="{49DAC9AF-6019-4B17-906C-A30089786FE1}" dt="2026-04-05T16:35:00.292" v="127" actId="478"/>
          <ac:spMkLst>
            <pc:docMk/>
            <pc:sldMk cId="590157207" sldId="309"/>
            <ac:spMk id="6" creationId="{6BCA35CB-C364-6CB4-8A43-0016DCD4F38C}"/>
          </ac:spMkLst>
        </pc:spChg>
        <pc:spChg chg="del">
          <ac:chgData name="Sadia Tasnim Ananna" userId="55f77d7ee1d9137f" providerId="LiveId" clId="{49DAC9AF-6019-4B17-906C-A30089786FE1}" dt="2026-04-05T16:35:04.607" v="128" actId="478"/>
          <ac:spMkLst>
            <pc:docMk/>
            <pc:sldMk cId="590157207" sldId="309"/>
            <ac:spMk id="7" creationId="{67AE5571-FE87-66EE-B859-761E8AF8842F}"/>
          </ac:spMkLst>
        </pc:spChg>
        <pc:picChg chg="del">
          <ac:chgData name="Sadia Tasnim Ananna" userId="55f77d7ee1d9137f" providerId="LiveId" clId="{49DAC9AF-6019-4B17-906C-A30089786FE1}" dt="2026-04-05T16:34:53.140" v="125" actId="478"/>
          <ac:picMkLst>
            <pc:docMk/>
            <pc:sldMk cId="590157207" sldId="309"/>
            <ac:picMk id="4" creationId="{B6495DC9-54AE-21AB-F796-2FC1E5B12705}"/>
          </ac:picMkLst>
        </pc:picChg>
        <pc:picChg chg="add mod">
          <ac:chgData name="Sadia Tasnim Ananna" userId="55f77d7ee1d9137f" providerId="LiveId" clId="{49DAC9AF-6019-4B17-906C-A30089786FE1}" dt="2026-04-05T16:52:42.785" v="154" actId="1076"/>
          <ac:picMkLst>
            <pc:docMk/>
            <pc:sldMk cId="590157207" sldId="309"/>
            <ac:picMk id="9" creationId="{CD62AF28-05D2-6F59-D712-0DD447C6C4E4}"/>
          </ac:picMkLst>
        </pc:picChg>
      </pc:sldChg>
      <pc:sldMasterChg chg="modTransition delSldLayout modSldLayout">
        <pc:chgData name="Sadia Tasnim Ananna" userId="55f77d7ee1d9137f" providerId="LiveId" clId="{49DAC9AF-6019-4B17-906C-A30089786FE1}" dt="2026-04-05T16:51:15.440" v="147"/>
        <pc:sldMasterMkLst>
          <pc:docMk/>
          <pc:sldMasterMk cId="0" sldId="2147483680"/>
        </pc:sldMasterMkLst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48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49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57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58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63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65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72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76"/>
          </pc:sldLayoutMkLst>
        </pc:sldLayoutChg>
        <pc:sldLayoutChg chg="modTransition">
          <pc:chgData name="Sadia Tasnim Ananna" userId="55f77d7ee1d9137f" providerId="LiveId" clId="{49DAC9AF-6019-4B17-906C-A30089786FE1}" dt="2026-04-05T16:51:15.440" v="147"/>
          <pc:sldLayoutMkLst>
            <pc:docMk/>
            <pc:sldMasterMk cId="0" sldId="2147483680"/>
            <pc:sldLayoutMk cId="0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19BCFF7A-729C-45D7-A97C-D9F59ECC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B123C12A-593D-66B7-8479-5EE2219E6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7B5AE18A-257A-A5B0-66ED-511D91FD2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795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4ed99bf1a4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4ed99bf1a4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>
          <a:extLst>
            <a:ext uri="{FF2B5EF4-FFF2-40B4-BE49-F238E27FC236}">
              <a16:creationId xmlns:a16="http://schemas.microsoft.com/office/drawing/2014/main" id="{B544F6DB-F9EC-1455-C774-C29B86C2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24ef22aa1ac_0_826:notes">
            <a:extLst>
              <a:ext uri="{FF2B5EF4-FFF2-40B4-BE49-F238E27FC236}">
                <a16:creationId xmlns:a16="http://schemas.microsoft.com/office/drawing/2014/main" id="{D42D2C19-F6CE-2637-656F-CB0343DFE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24ef22aa1ac_0_826:notes">
            <a:extLst>
              <a:ext uri="{FF2B5EF4-FFF2-40B4-BE49-F238E27FC236}">
                <a16:creationId xmlns:a16="http://schemas.microsoft.com/office/drawing/2014/main" id="{D93DED18-A519-5364-C239-07E27C894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489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24ef22aa1ac_0_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24ef22aa1ac_0_8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>
          <a:extLst>
            <a:ext uri="{FF2B5EF4-FFF2-40B4-BE49-F238E27FC236}">
              <a16:creationId xmlns:a16="http://schemas.microsoft.com/office/drawing/2014/main" id="{86DDCA58-AA05-A7A9-D030-8024D47B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4ed99bf1a4_0_481:notes">
            <a:extLst>
              <a:ext uri="{FF2B5EF4-FFF2-40B4-BE49-F238E27FC236}">
                <a16:creationId xmlns:a16="http://schemas.microsoft.com/office/drawing/2014/main" id="{90CFF838-493A-1957-3C5F-A9A2167299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4ed99bf1a4_0_481:notes">
            <a:extLst>
              <a:ext uri="{FF2B5EF4-FFF2-40B4-BE49-F238E27FC236}">
                <a16:creationId xmlns:a16="http://schemas.microsoft.com/office/drawing/2014/main" id="{E2BC7C5D-2742-4B86-D7F7-7CCD520304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446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4ed99bf1a4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4ed99bf1a4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>
            <a:spLocks noGrp="1"/>
          </p:cNvSpPr>
          <p:nvPr>
            <p:ph type="subTitle" idx="1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rot="2700000" flipH="1">
                <a:off x="-1073899" y="4736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rot="-2700000" flipH="1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7" r:id="rId3"/>
    <p:sldLayoutId id="2147483658" r:id="rId4"/>
    <p:sldLayoutId id="2147483663" r:id="rId5"/>
    <p:sldLayoutId id="2147483665" r:id="rId6"/>
    <p:sldLayoutId id="2147483672" r:id="rId7"/>
    <p:sldLayoutId id="2147483676" r:id="rId8"/>
    <p:sldLayoutId id="2147483677" r:id="rId9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649274" y="2137975"/>
            <a:ext cx="4882500" cy="2232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/>
              <a:t>Presented By:</a:t>
            </a:r>
          </a:p>
          <a:p>
            <a:pPr marL="0" lvl="0" indent="0"/>
            <a:r>
              <a:rPr lang="en-US" dirty="0" err="1"/>
              <a:t>Mst</a:t>
            </a:r>
            <a:r>
              <a:rPr lang="en-US" dirty="0"/>
              <a:t>. Saida Alam Mukti (23101003)</a:t>
            </a:r>
          </a:p>
          <a:p>
            <a:pPr marL="0" indent="0"/>
            <a:r>
              <a:rPr lang="en-US" dirty="0"/>
              <a:t>Md. Mohibur Rahman (23101006)</a:t>
            </a:r>
          </a:p>
          <a:p>
            <a:pPr marL="0" indent="0"/>
            <a:r>
              <a:rPr lang="en-US" dirty="0"/>
              <a:t>Md. </a:t>
            </a:r>
            <a:r>
              <a:rPr lang="en-US" dirty="0" err="1"/>
              <a:t>Jubaer</a:t>
            </a:r>
            <a:r>
              <a:rPr lang="en-US" dirty="0"/>
              <a:t> (23101008)</a:t>
            </a:r>
          </a:p>
          <a:p>
            <a:pPr marL="0" indent="0"/>
            <a:r>
              <a:rPr lang="en-US" dirty="0"/>
              <a:t>S. M. </a:t>
            </a:r>
            <a:r>
              <a:rPr lang="en-US" dirty="0" err="1"/>
              <a:t>Asikuzzaman</a:t>
            </a:r>
            <a:r>
              <a:rPr lang="en-US" dirty="0"/>
              <a:t> Abir (23101022)</a:t>
            </a:r>
          </a:p>
          <a:p>
            <a:pPr marL="0" indent="0"/>
            <a:r>
              <a:rPr lang="en-US" dirty="0"/>
              <a:t>Sadia Tasnim Ananna(23101023)</a:t>
            </a:r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662126" y="439281"/>
            <a:ext cx="6974700" cy="14737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latin typeface="Poppins" panose="00000500000000000000" pitchFamily="2" charset="0"/>
                <a:cs typeface="Poppins" panose="00000500000000000000" pitchFamily="2" charset="0"/>
              </a:rPr>
              <a:t>Voice-Controlled Obstacle Avoiding </a:t>
            </a:r>
            <a:r>
              <a:rPr lang="en" sz="36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</a:t>
            </a:r>
            <a:endParaRPr sz="36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662126" y="1846028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430;p35">
            <a:extLst>
              <a:ext uri="{FF2B5EF4-FFF2-40B4-BE49-F238E27FC236}">
                <a16:creationId xmlns:a16="http://schemas.microsoft.com/office/drawing/2014/main" id="{678E34F7-8DFC-9E31-359C-C09955AD9BB4}"/>
              </a:ext>
            </a:extLst>
          </p:cNvPr>
          <p:cNvSpPr txBox="1">
            <a:spLocks/>
          </p:cNvSpPr>
          <p:nvPr/>
        </p:nvSpPr>
        <p:spPr>
          <a:xfrm>
            <a:off x="5145938" y="2137533"/>
            <a:ext cx="4882500" cy="1421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sz="1800" b="1" u="sng" dirty="0"/>
              <a:t>Presented To:</a:t>
            </a:r>
          </a:p>
          <a:p>
            <a:pPr marL="0" indent="0"/>
            <a:r>
              <a:rPr lang="en-US" dirty="0"/>
              <a:t>Khadiza Sultana Sayma</a:t>
            </a:r>
          </a:p>
          <a:p>
            <a:pPr marL="0" indent="0"/>
            <a:r>
              <a:rPr lang="en-US" dirty="0"/>
              <a:t>Lecturer, CSE</a:t>
            </a:r>
          </a:p>
          <a:p>
            <a:pPr marL="0" indent="0"/>
            <a:r>
              <a:rPr lang="en-US" dirty="0"/>
              <a:t>University of Asia Pacific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D1789-DD23-40EE-E01A-6C79A59B43F6}"/>
              </a:ext>
            </a:extLst>
          </p:cNvPr>
          <p:cNvSpPr txBox="1"/>
          <p:nvPr/>
        </p:nvSpPr>
        <p:spPr>
          <a:xfrm>
            <a:off x="2267564" y="4311086"/>
            <a:ext cx="4796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Course Title: </a:t>
            </a:r>
            <a:r>
              <a:rPr lang="en-US" dirty="0">
                <a:ea typeface="TDTD갬성명조"/>
                <a:cs typeface="TDTD갬성명조"/>
                <a:sym typeface="TDTD갬성명조"/>
              </a:rPr>
              <a:t>Microprocessors and Microcontrollers Lab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Course Code: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CSE 316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DDACE-75F4-F93D-F79C-C41F71A8183F}"/>
              </a:ext>
            </a:extLst>
          </p:cNvPr>
          <p:cNvSpPr txBox="1"/>
          <p:nvPr/>
        </p:nvSpPr>
        <p:spPr>
          <a:xfrm>
            <a:off x="8092874" y="4473386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01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Introduction</a:t>
            </a:r>
            <a:endParaRPr sz="3200" dirty="0"/>
          </a:p>
        </p:txBody>
      </p:sp>
      <p:sp>
        <p:nvSpPr>
          <p:cNvPr id="1531" name="Google Shape;1531;p39"/>
          <p:cNvSpPr txBox="1">
            <a:spLocks noGrp="1"/>
          </p:cNvSpPr>
          <p:nvPr>
            <p:ph type="subTitle" idx="1"/>
          </p:nvPr>
        </p:nvSpPr>
        <p:spPr>
          <a:xfrm>
            <a:off x="1285115" y="1338717"/>
            <a:ext cx="6573769" cy="2440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sz="1800" dirty="0"/>
              <a:t>Design and implement a robot car controlled via Bluetooth and voice commands that can detect and avoid obstacles in its path using an ultrasonic sensor, ensuring real-time responsiveness and safe navigation. The system must integrate motor control, sensor feedback, and user input using a microcontroller-based architecture </a:t>
            </a:r>
            <a:endParaRPr sz="1800" dirty="0"/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0950C5F-8905-9F52-283D-50F3DEFFFBBA}"/>
              </a:ext>
            </a:extLst>
          </p:cNvPr>
          <p:cNvSpPr txBox="1"/>
          <p:nvPr/>
        </p:nvSpPr>
        <p:spPr>
          <a:xfrm>
            <a:off x="8092874" y="4473386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02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04945575-A71E-D129-FA24-CA8A8120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C7F88053-69B5-2832-9C23-B6272A1A1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80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1F7C28A4-C993-527C-BBD1-003BB266AEEF}"/>
              </a:ext>
            </a:extLst>
          </p:cNvPr>
          <p:cNvGrpSpPr/>
          <p:nvPr/>
        </p:nvGrpSpPr>
        <p:grpSpPr>
          <a:xfrm>
            <a:off x="-202506" y="4572939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DA4C0B44-1BCE-645B-F853-544716B35C8F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32D0B3EE-1293-FD11-6839-FF7E0BDABF07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AB0B326C-FCBE-6925-202B-83B71AACDFE3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FFA64C4A-A41F-EF7A-A684-6ABA65D820E9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8D515078-8AF5-11EF-C2D1-CCD683C1254E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C634B164-33CB-F39B-9B72-FE7F2224436C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531FF141-6696-A6D0-91D5-2E603185FB4A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B6DD3B6-8183-2EC4-5E8A-58A5A09EA1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957416"/>
            <a:ext cx="761371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design and develop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voice and Bluetooth controlled robot car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enable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hands-free control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using voice commands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implement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wireless communication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between mobile device and car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integrate 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ultrasonic sensor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for obstacle detection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ensure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automatic obstacle avoidance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for safe movement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control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DC motors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for movement (forward, backward, left, right)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develop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microcontroller-based system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for processing inputs and outputs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achieve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real-time response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between user commands and car actions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 improve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safety and efficiency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in navigation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6BF66-89EC-2BE3-EDEB-376669FC13A9}"/>
              </a:ext>
            </a:extLst>
          </p:cNvPr>
          <p:cNvSpPr txBox="1"/>
          <p:nvPr/>
        </p:nvSpPr>
        <p:spPr>
          <a:xfrm>
            <a:off x="8092874" y="4473386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63967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5" name="Google Shape;1485;p38"/>
          <p:cNvGrpSpPr/>
          <p:nvPr/>
        </p:nvGrpSpPr>
        <p:grpSpPr>
          <a:xfrm>
            <a:off x="-820065" y="4260974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2" name="Google Shape;1492;p38"/>
          <p:cNvGrpSpPr/>
          <p:nvPr/>
        </p:nvGrpSpPr>
        <p:grpSpPr>
          <a:xfrm>
            <a:off x="7424036" y="-1426537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-10680" y="485354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530;p39">
            <a:extLst>
              <a:ext uri="{FF2B5EF4-FFF2-40B4-BE49-F238E27FC236}">
                <a16:creationId xmlns:a16="http://schemas.microsoft.com/office/drawing/2014/main" id="{C38DD00C-215C-D11D-EB59-4236654B8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80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System Overview</a:t>
            </a:r>
            <a:endParaRPr sz="30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09E25C6-04B1-B914-BD26-4FA0DFC48B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38833" y="1002303"/>
            <a:ext cx="8416983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The system is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robot car controlled by voice commands via Bluetooth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mobile app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sends user voice commands to the car wirelessly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microcontroller (Arduino)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acts as the main unit to:</a:t>
            </a:r>
            <a:r>
              <a:rPr lang="en-US" altLang="en-US" sz="17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7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7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7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7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ultrasonic sensor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continuously detects obstacles and measures distance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The system performs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automatic obstacle avoidance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by stopping or changing direction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motor driver with DC motors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controls movement (forward, backward, left, right)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Ensures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real-time response, safe navigation, and smooth operation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A09C9-64C9-271A-2F0A-63B9B7DC6CDE}"/>
              </a:ext>
            </a:extLst>
          </p:cNvPr>
          <p:cNvSpPr txBox="1"/>
          <p:nvPr/>
        </p:nvSpPr>
        <p:spPr>
          <a:xfrm>
            <a:off x="1216342" y="1933109"/>
            <a:ext cx="492964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commands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Control motors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 sensor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0219F-B622-8217-52D5-052478FE3FE5}"/>
              </a:ext>
            </a:extLst>
          </p:cNvPr>
          <p:cNvSpPr txBox="1"/>
          <p:nvPr/>
        </p:nvSpPr>
        <p:spPr>
          <a:xfrm>
            <a:off x="8184679" y="4709085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04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530;p39">
            <a:extLst>
              <a:ext uri="{FF2B5EF4-FFF2-40B4-BE49-F238E27FC236}">
                <a16:creationId xmlns:a16="http://schemas.microsoft.com/office/drawing/2014/main" id="{5A99981A-F515-0172-8DFF-E37F4E665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80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Required Components</a:t>
            </a:r>
            <a:endParaRPr sz="3200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3DD7908-C5B4-DCFD-4F9C-42A5F5B277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5140" y="1178381"/>
            <a:ext cx="7613719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Microcontroller Board (Arduino)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L293D Motor Driver IC or Shield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Ultrasonic Sensor (HC-SR04 or similar)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IR Sensors (for line following or short-range detection)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Bluetooth Module (HC-05)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Servo Motor (for ultrasonic sensor rotation)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DCGear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Motors (4 units)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Robot Wheels (4 units)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Li-ion Batteries (2 units) and Battery Holder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Jumper Wires and Connectors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Chassis material (Foam board or Cardboard)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80A528-1B77-7DCC-4392-0A9491950352}"/>
              </a:ext>
            </a:extLst>
          </p:cNvPr>
          <p:cNvSpPr txBox="1"/>
          <p:nvPr/>
        </p:nvSpPr>
        <p:spPr>
          <a:xfrm>
            <a:off x="8092874" y="4473386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05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>
          <a:extLst>
            <a:ext uri="{FF2B5EF4-FFF2-40B4-BE49-F238E27FC236}">
              <a16:creationId xmlns:a16="http://schemas.microsoft.com/office/drawing/2014/main" id="{8DD5F2A0-D577-F33A-8273-31954CA7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30;p39">
            <a:extLst>
              <a:ext uri="{FF2B5EF4-FFF2-40B4-BE49-F238E27FC236}">
                <a16:creationId xmlns:a16="http://schemas.microsoft.com/office/drawing/2014/main" id="{19C1749C-8CFD-521A-EE91-D668EBDF4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990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/>
              <a:t>Block Diagram</a:t>
            </a:r>
            <a:endParaRPr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7175D-B962-5221-4EC8-BE526DAE1F05}"/>
              </a:ext>
            </a:extLst>
          </p:cNvPr>
          <p:cNvSpPr txBox="1"/>
          <p:nvPr/>
        </p:nvSpPr>
        <p:spPr>
          <a:xfrm>
            <a:off x="8258859" y="4505829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62AF28-05D2-6F59-D712-0DD447C6C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487" y="695170"/>
            <a:ext cx="5799025" cy="43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5720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30;p39">
            <a:extLst>
              <a:ext uri="{FF2B5EF4-FFF2-40B4-BE49-F238E27FC236}">
                <a16:creationId xmlns:a16="http://schemas.microsoft.com/office/drawing/2014/main" id="{D7CC6A61-58B5-32B1-DD5E-35FE14C02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990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/>
              <a:t>Circuit Diagram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107F2-F4AD-56D8-60FA-9B54F89E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50" y="698431"/>
            <a:ext cx="5892099" cy="4372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AAC899-46E4-4299-8B2C-2D4A8A9D9BFD}"/>
              </a:ext>
            </a:extLst>
          </p:cNvPr>
          <p:cNvSpPr txBox="1"/>
          <p:nvPr/>
        </p:nvSpPr>
        <p:spPr>
          <a:xfrm>
            <a:off x="6542689" y="1737360"/>
            <a:ext cx="902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Motor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1DDA3-3A0F-92C6-35D5-C1339D29176F}"/>
              </a:ext>
            </a:extLst>
          </p:cNvPr>
          <p:cNvSpPr txBox="1"/>
          <p:nvPr/>
        </p:nvSpPr>
        <p:spPr>
          <a:xfrm>
            <a:off x="6542689" y="2884770"/>
            <a:ext cx="902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Motor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B52E2-B9F2-4153-5D3A-36B152B16382}"/>
              </a:ext>
            </a:extLst>
          </p:cNvPr>
          <p:cNvSpPr txBox="1"/>
          <p:nvPr/>
        </p:nvSpPr>
        <p:spPr>
          <a:xfrm>
            <a:off x="5119194" y="4767440"/>
            <a:ext cx="3749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https://www.ijsat.org/papers/2025/1/2868.pdf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C0397-0D56-E18A-7D92-33A52D854E08}"/>
              </a:ext>
            </a:extLst>
          </p:cNvPr>
          <p:cNvSpPr txBox="1"/>
          <p:nvPr/>
        </p:nvSpPr>
        <p:spPr>
          <a:xfrm>
            <a:off x="8258859" y="4505829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07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>
          <a:extLst>
            <a:ext uri="{FF2B5EF4-FFF2-40B4-BE49-F238E27FC236}">
              <a16:creationId xmlns:a16="http://schemas.microsoft.com/office/drawing/2014/main" id="{6A4FB2D9-3922-60F5-5018-5143DCB1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530;p39">
            <a:extLst>
              <a:ext uri="{FF2B5EF4-FFF2-40B4-BE49-F238E27FC236}">
                <a16:creationId xmlns:a16="http://schemas.microsoft.com/office/drawing/2014/main" id="{A0135696-6325-D6FF-2BE4-9FB1FB8100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80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Expected Outcome</a:t>
            </a:r>
            <a:endParaRPr sz="3200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364861E2-97D0-276E-A133-4681F731EC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5140" y="1509241"/>
            <a:ext cx="761371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ü"/>
            </a:pPr>
            <a:r>
              <a:rPr lang="en-US" sz="1800" dirty="0"/>
              <a:t>A fully functional multi-mode robot capable of autonomous obstacle avoidance. 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ü"/>
            </a:pPr>
            <a:r>
              <a:rPr lang="en-US" sz="1800" dirty="0"/>
              <a:t>Smooth remote control via Bluetooth smartphone app. 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ü"/>
            </a:pPr>
            <a:r>
              <a:rPr lang="en-US" sz="1800" dirty="0"/>
              <a:t>Reliable voice command recognition for hands-free operation.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ü"/>
            </a:pPr>
            <a:r>
              <a:rPr lang="en-US" sz="1800" dirty="0"/>
              <a:t>Demonstration of integration between sensors, actuators, and microcontroller. </a:t>
            </a:r>
          </a:p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ü"/>
            </a:pPr>
            <a:r>
              <a:rPr lang="en-US" sz="1800" dirty="0"/>
              <a:t>Enhanced understanding of embedded system design and real-time control.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35F15-E8E3-2D8D-A6EC-9CDBDACCB8F8}"/>
              </a:ext>
            </a:extLst>
          </p:cNvPr>
          <p:cNvSpPr txBox="1"/>
          <p:nvPr/>
        </p:nvSpPr>
        <p:spPr>
          <a:xfrm>
            <a:off x="8092874" y="4473386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79314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47"/>
          <p:cNvSpPr txBox="1">
            <a:spLocks noGrp="1"/>
          </p:cNvSpPr>
          <p:nvPr>
            <p:ph type="title"/>
          </p:nvPr>
        </p:nvSpPr>
        <p:spPr>
          <a:xfrm>
            <a:off x="1287599" y="2086967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grpSp>
        <p:nvGrpSpPr>
          <p:cNvPr id="1858" name="Google Shape;1858;p47"/>
          <p:cNvGrpSpPr/>
          <p:nvPr/>
        </p:nvGrpSpPr>
        <p:grpSpPr>
          <a:xfrm>
            <a:off x="5878671" y="-613730"/>
            <a:ext cx="5128253" cy="6694378"/>
            <a:chOff x="6222800" y="-628478"/>
            <a:chExt cx="5128253" cy="6694378"/>
          </a:xfrm>
        </p:grpSpPr>
        <p:pic>
          <p:nvPicPr>
            <p:cNvPr id="1859" name="Google Shape;1859;p47"/>
            <p:cNvPicPr preferRelativeResize="0"/>
            <p:nvPr/>
          </p:nvPicPr>
          <p:blipFill rotWithShape="1">
            <a:blip r:embed="rId3">
              <a:alphaModFix/>
            </a:blip>
            <a:srcRect t="17657" b="17664"/>
            <a:stretch/>
          </p:blipFill>
          <p:spPr>
            <a:xfrm>
              <a:off x="7517168" y="-628478"/>
              <a:ext cx="3082266" cy="2352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0" name="Google Shape;1860;p47"/>
            <p:cNvPicPr preferRelativeResize="0"/>
            <p:nvPr/>
          </p:nvPicPr>
          <p:blipFill rotWithShape="1">
            <a:blip r:embed="rId4">
              <a:alphaModFix/>
            </a:blip>
            <a:srcRect l="16960" t="24719" r="7121" b="26177"/>
            <a:stretch/>
          </p:blipFill>
          <p:spPr>
            <a:xfrm>
              <a:off x="6714900" y="3028141"/>
              <a:ext cx="3980176" cy="3037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47"/>
            <p:cNvSpPr/>
            <p:nvPr/>
          </p:nvSpPr>
          <p:spPr>
            <a:xfrm rot="10800000">
              <a:off x="7698559" y="2460647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7"/>
            <p:cNvSpPr/>
            <p:nvPr/>
          </p:nvSpPr>
          <p:spPr>
            <a:xfrm rot="10800000">
              <a:off x="7899688" y="2461423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7"/>
            <p:cNvSpPr/>
            <p:nvPr/>
          </p:nvSpPr>
          <p:spPr>
            <a:xfrm>
              <a:off x="6222800" y="-628462"/>
              <a:ext cx="3980181" cy="6461569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4" name="Google Shape;1864;p47"/>
            <p:cNvGrpSpPr/>
            <p:nvPr/>
          </p:nvGrpSpPr>
          <p:grpSpPr>
            <a:xfrm>
              <a:off x="6794737" y="4179460"/>
              <a:ext cx="734664" cy="735137"/>
              <a:chOff x="959750" y="3039275"/>
              <a:chExt cx="582050" cy="582425"/>
            </a:xfrm>
          </p:grpSpPr>
          <p:sp>
            <p:nvSpPr>
              <p:cNvPr id="1865" name="Google Shape;1865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2" name="Google Shape;1872;p47"/>
            <p:cNvGrpSpPr/>
            <p:nvPr/>
          </p:nvGrpSpPr>
          <p:grpSpPr>
            <a:xfrm>
              <a:off x="8128313" y="1310040"/>
              <a:ext cx="169158" cy="169158"/>
              <a:chOff x="8356813" y="1074288"/>
              <a:chExt cx="351900" cy="351900"/>
            </a:xfrm>
          </p:grpSpPr>
          <p:sp>
            <p:nvSpPr>
              <p:cNvPr id="1873" name="Google Shape;1873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5" name="Google Shape;1875;p47"/>
            <p:cNvGrpSpPr/>
            <p:nvPr/>
          </p:nvGrpSpPr>
          <p:grpSpPr>
            <a:xfrm>
              <a:off x="7360240" y="2075006"/>
              <a:ext cx="169158" cy="169158"/>
              <a:chOff x="8356813" y="1074288"/>
              <a:chExt cx="351900" cy="351900"/>
            </a:xfrm>
          </p:grpSpPr>
          <p:sp>
            <p:nvSpPr>
              <p:cNvPr id="1876" name="Google Shape;1876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8" name="Google Shape;1878;p47"/>
            <p:cNvGrpSpPr/>
            <p:nvPr/>
          </p:nvGrpSpPr>
          <p:grpSpPr>
            <a:xfrm>
              <a:off x="8233587" y="3028150"/>
              <a:ext cx="169158" cy="169158"/>
              <a:chOff x="8356813" y="1074288"/>
              <a:chExt cx="351900" cy="351900"/>
            </a:xfrm>
          </p:grpSpPr>
          <p:sp>
            <p:nvSpPr>
              <p:cNvPr id="1879" name="Google Shape;1879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1" name="Google Shape;1881;p47"/>
            <p:cNvSpPr/>
            <p:nvPr/>
          </p:nvSpPr>
          <p:spPr>
            <a:xfrm>
              <a:off x="8754821" y="2763320"/>
              <a:ext cx="606949" cy="600556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2" name="Google Shape;1882;p47"/>
            <p:cNvGrpSpPr/>
            <p:nvPr/>
          </p:nvGrpSpPr>
          <p:grpSpPr>
            <a:xfrm>
              <a:off x="8782808" y="2723340"/>
              <a:ext cx="883449" cy="2083923"/>
              <a:chOff x="8337812" y="3492483"/>
              <a:chExt cx="699928" cy="1651024"/>
            </a:xfrm>
          </p:grpSpPr>
          <p:sp>
            <p:nvSpPr>
              <p:cNvPr id="1883" name="Google Shape;1883;p47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7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7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6" name="Google Shape;1886;p47"/>
            <p:cNvGrpSpPr/>
            <p:nvPr/>
          </p:nvGrpSpPr>
          <p:grpSpPr>
            <a:xfrm>
              <a:off x="8215673" y="4178313"/>
              <a:ext cx="1141869" cy="916509"/>
              <a:chOff x="7945225" y="4302000"/>
              <a:chExt cx="904666" cy="726121"/>
            </a:xfrm>
          </p:grpSpPr>
          <p:sp>
            <p:nvSpPr>
              <p:cNvPr id="1887" name="Google Shape;1887;p4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90" name="Google Shape;1890;p47"/>
            <p:cNvSpPr/>
            <p:nvPr/>
          </p:nvSpPr>
          <p:spPr>
            <a:xfrm rot="5400000">
              <a:off x="8491754" y="37142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91" name="Google Shape;1891;p47"/>
            <p:cNvGrpSpPr/>
            <p:nvPr/>
          </p:nvGrpSpPr>
          <p:grpSpPr>
            <a:xfrm>
              <a:off x="7774724" y="3187835"/>
              <a:ext cx="734664" cy="735137"/>
              <a:chOff x="959750" y="3039275"/>
              <a:chExt cx="582050" cy="582425"/>
            </a:xfrm>
          </p:grpSpPr>
          <p:sp>
            <p:nvSpPr>
              <p:cNvPr id="1892" name="Google Shape;1892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9" name="Google Shape;1899;p47"/>
            <p:cNvGrpSpPr/>
            <p:nvPr/>
          </p:nvGrpSpPr>
          <p:grpSpPr>
            <a:xfrm>
              <a:off x="7625399" y="3691035"/>
              <a:ext cx="734664" cy="735137"/>
              <a:chOff x="959750" y="3039275"/>
              <a:chExt cx="582050" cy="582425"/>
            </a:xfrm>
          </p:grpSpPr>
          <p:sp>
            <p:nvSpPr>
              <p:cNvPr id="1900" name="Google Shape;1900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07" name="Google Shape;1907;p47"/>
            <p:cNvSpPr/>
            <p:nvPr/>
          </p:nvSpPr>
          <p:spPr>
            <a:xfrm rot="5400000">
              <a:off x="8666054" y="24747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14C8DB3-5E86-6F50-9325-6FEDA59F583E}"/>
              </a:ext>
            </a:extLst>
          </p:cNvPr>
          <p:cNvSpPr txBox="1"/>
          <p:nvPr/>
        </p:nvSpPr>
        <p:spPr>
          <a:xfrm>
            <a:off x="8092874" y="4473386"/>
            <a:ext cx="609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09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455</Words>
  <Application>Microsoft Office PowerPoint</Application>
  <PresentationFormat>On-screen Show (16:9)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Wingdings</vt:lpstr>
      <vt:lpstr>Poppins</vt:lpstr>
      <vt:lpstr>Cascadia Code SemiLight</vt:lpstr>
      <vt:lpstr>TDTD갬성명조</vt:lpstr>
      <vt:lpstr>Arial</vt:lpstr>
      <vt:lpstr>IBM Plex Mono</vt:lpstr>
      <vt:lpstr>Introduction to Coding Workshop by Slidesgo</vt:lpstr>
      <vt:lpstr>Voice-Controlled Obstacle Avoiding Car</vt:lpstr>
      <vt:lpstr>Introduction</vt:lpstr>
      <vt:lpstr>Objectives</vt:lpstr>
      <vt:lpstr>System Overview</vt:lpstr>
      <vt:lpstr>Required Components</vt:lpstr>
      <vt:lpstr>Block Diagram</vt:lpstr>
      <vt:lpstr>Circuit Diagram</vt:lpstr>
      <vt:lpstr>Expected Outcome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Sadia Tasnim Ananna</cp:lastModifiedBy>
  <cp:revision>1</cp:revision>
  <dcterms:modified xsi:type="dcterms:W3CDTF">2026-04-05T16:52:53Z</dcterms:modified>
</cp:coreProperties>
</file>